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10203E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-1097280"/>
            <a:ext cx="3657600" cy="3657600"/>
          </a:xfrm>
          <a:prstGeom prst="ellipse">
            <a:avLst/>
          </a:prstGeom>
          <a:solidFill>
            <a:srgbClr val="2F5FE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F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PROGRAM · CODEC TECHNOLOGIES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Internship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1-Month Professional Internship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June 2026 – 08 July 2026 (1 Month)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914400"/>
            <a:ext cx="4327855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F5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078992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Divya Singh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0960" y="1627632"/>
            <a:ext cx="1798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No.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0" y="1847088"/>
            <a:ext cx="1798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25SCS1003003594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570568" y="1627632"/>
            <a:ext cx="188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570568" y="1847088"/>
            <a:ext cx="188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 · Sem 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2606040"/>
            <a:ext cx="2163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06640" y="2862072"/>
            <a:ext cx="2163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3291840"/>
            <a:ext cx="2163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06640" y="3547872"/>
            <a:ext cx="2163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5257800"/>
            <a:ext cx="4327855" cy="1051560"/>
          </a:xfrm>
          <a:prstGeom prst="roundRect">
            <a:avLst>
              <a:gd name="adj" fmla="val 6957"/>
            </a:avLst>
          </a:prstGeom>
          <a:solidFill>
            <a:srgbClr val="2F5FE0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5394960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80960" y="5641848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5952744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 · AICTE &amp; ICAC Approved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864" cy="3291840"/>
          </a:xfrm>
          <a:prstGeom prst="rect">
            <a:avLst/>
          </a:prstGeom>
          <a:solidFill>
            <a:srgbClr val="2F5FE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7" name="Image 0" descr="/home/claude/internship/icons/grad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519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Details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 Singh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770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25SCS1003003594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2095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36484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2CSE11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40873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8388"/>
          </a:solidFill>
          <a:ln/>
        </p:spPr>
      </p:sp>
      <p:pic>
        <p:nvPicPr>
          <p:cNvPr id="17" name="Image 1" descr="/home/claude/internship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751990"/>
            <a:ext cx="382219" cy="38221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37960" y="2331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Internship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37960" y="2770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37960" y="32095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(08/06/2026 – 08/07/2026)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37960" y="36484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2025–29 (3rd Semester)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37960" y="40873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Recognition: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Program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Codec Technologies Pvt. Ltd.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is an ed-tech and IT training organization that designs skill-based internship programs for engineering students across India.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Portal: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is listed and verified on the Government-backed National Internship Portal.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Approved: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recognised by AICTE and ICAC, giving it formal academic credibility.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works in association with Google for Education, reflecting a focus on current, industry-relevant technical training.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offers structured tracks across Artificial Intelligence, Web Development, and Data Science — each built to give students practical, portfolio-ready project experience.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0"/>
            <a:ext cx="4206240" cy="4206240"/>
          </a:xfrm>
          <a:prstGeom prst="roundRect">
            <a:avLst>
              <a:gd name="adj" fmla="val 1522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81160" y="16916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E8388"/>
          </a:solidFill>
          <a:ln/>
        </p:spPr>
      </p:sp>
      <p:pic>
        <p:nvPicPr>
          <p:cNvPr id="7" name="Image 0" descr="/home/claude/internship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970" y="176845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Pvt. Ltd.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Body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0" y="4471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Education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0" y="5038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5266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Anurag Shrivastava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Context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864" cy="3566160"/>
          </a:xfrm>
          <a:prstGeom prst="rect">
            <a:avLst/>
          </a:prstGeom>
          <a:solidFill>
            <a:srgbClr val="D89A2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45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89A2A"/>
          </a:solidFill>
          <a:ln/>
        </p:spPr>
      </p:sp>
      <p:pic>
        <p:nvPicPr>
          <p:cNvPr id="7" name="Image 0" descr="/home/claude/internship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0627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generate huge volumes of unstructured text — reviews, feedback, comments — every day.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and categorising this text to judge customer opinion is slow, costly, and inconsistent.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piece of text be automatically classified as positive, negative, or neutral?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371600"/>
            <a:ext cx="54864" cy="356616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645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8388"/>
          </a:solidFill>
          <a:ln/>
        </p:spPr>
      </p:sp>
      <p:pic>
        <p:nvPicPr>
          <p:cNvPr id="13" name="Image 1" descr="/home/claude/internship/icons/work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706270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37960" y="22402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project focused on building an AI-based Sentiment Analysis system using Machine Learning.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needed to be accurate, lightweight, and easy for a non-technical user to operate.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0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web app that takes text input and instantly returns its sentiment.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2697480" cy="338328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6" name="Image 0" descr="/home/claude/internship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17117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Foundations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 fundamentals and how they apply to AI/ML workflows and scripting.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371600"/>
            <a:ext cx="2697480" cy="338328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0168" y="1645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11" name="Image 1" descr="/home/claude/internship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005" y="17117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Concepts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30168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supervised learning, model training, and evaluation metrics.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0216" y="1371600"/>
            <a:ext cx="2697480" cy="338328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28816" y="1645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16" name="Image 2" descr="/home/claude/internship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17117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with TensorFlow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28816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neural network for text-based sentiment classification.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98864" y="1371600"/>
            <a:ext cx="2697480" cy="338328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27464" y="1645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21" name="Image 3" descr="/home/claude/internship/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301" y="171175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27464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with Streamlit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27464" y="31546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trained model into an interactive, user-friendly web application.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3611880" cy="3566160"/>
          </a:xfrm>
          <a:prstGeom prst="roundRect">
            <a:avLst>
              <a:gd name="adj" fmla="val 1795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F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Libraries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203E"/>
          </a:solidFill>
          <a:ln/>
        </p:spPr>
      </p:sp>
      <p:pic>
        <p:nvPicPr>
          <p:cNvPr id="7" name="Image 0" descr="/home/claude/internship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22091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94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203E"/>
          </a:solidFill>
          <a:ln/>
        </p:spPr>
      </p:sp>
      <p:pic>
        <p:nvPicPr>
          <p:cNvPr id="10" name="Image 1" descr="/home/claude/internship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" y="298643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15968" y="1371600"/>
            <a:ext cx="3611880" cy="3566160"/>
          </a:xfrm>
          <a:prstGeom prst="roundRect">
            <a:avLst>
              <a:gd name="adj" fmla="val 1795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44568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F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Frameworks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44568" y="21488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203E"/>
          </a:solidFill>
          <a:ln/>
        </p:spPr>
      </p:sp>
      <p:pic>
        <p:nvPicPr>
          <p:cNvPr id="15" name="Image 2" descr="/home/claude/internship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18" y="2209190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4648" y="2194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44568" y="29260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203E"/>
          </a:solidFill>
          <a:ln/>
        </p:spPr>
      </p:sp>
      <p:pic>
        <p:nvPicPr>
          <p:cNvPr id="18" name="Image 3" descr="/home/claude/internship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918" y="2986430"/>
            <a:ext cx="382219" cy="3822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84648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/ Keras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129016" y="1371600"/>
            <a:ext cx="3611880" cy="3566160"/>
          </a:xfrm>
          <a:prstGeom prst="roundRect">
            <a:avLst>
              <a:gd name="adj" fmla="val 1795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357616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F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Environment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357616" y="21488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203E"/>
          </a:solidFill>
          <a:ln/>
        </p:spPr>
      </p:sp>
      <p:pic>
        <p:nvPicPr>
          <p:cNvPr id="23" name="Image 4" descr="/home/claude/internship/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2209190"/>
            <a:ext cx="382219" cy="38221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97696" y="2194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357616" y="29260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0203E"/>
          </a:solidFill>
          <a:ln/>
        </p:spPr>
      </p:sp>
      <p:pic>
        <p:nvPicPr>
          <p:cNvPr id="26" name="Image 5" descr="/home/claude/internship/icons/work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2986430"/>
            <a:ext cx="382219" cy="38221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97696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/ Google Colab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02920" y="5166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highlighted: Python · Machine Learning · TensorFlow · Streamlit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6" name="Image 0" descr="/home/claude/internship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277" y="18489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2648" y="2971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dataset (labelled customer reviews) used for training and testing.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2532888" y="25146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70632" y="155448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8388"/>
          </a:solidFill>
          <a:ln/>
        </p:spPr>
      </p:sp>
      <p:pic>
        <p:nvPicPr>
          <p:cNvPr id="12" name="Image 1" descr="/home/claude/internship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989" y="184891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Layer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880360" y="2971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tokenises text, converting it into numerical form the model can read.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4800600" y="25146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38344" y="155448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9864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18" name="Image 2" descr="/home/claude/internship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01" y="184891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48072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148072" y="2971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TensorFlow/Keras neural network trained to classify sentiment.</a:t>
            </a:r>
            <a:endParaRPr lang="en-US" sz="980" dirty="0"/>
          </a:p>
        </p:txBody>
      </p:sp>
      <p:sp>
        <p:nvSpPr>
          <p:cNvPr id="21" name="Text 16"/>
          <p:cNvSpPr/>
          <p:nvPr/>
        </p:nvSpPr>
        <p:spPr>
          <a:xfrm>
            <a:off x="7068312" y="25146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306056" y="155448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7576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8388"/>
          </a:solidFill>
          <a:ln/>
        </p:spPr>
      </p:sp>
      <p:pic>
        <p:nvPicPr>
          <p:cNvPr id="24" name="Image 3" descr="/home/claude/internship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413" y="1848917"/>
            <a:ext cx="416966" cy="41696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15784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15784" y="2971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wrapped inside a Streamlit interface.</a:t>
            </a:r>
            <a:endParaRPr lang="en-US" sz="980" dirty="0"/>
          </a:p>
        </p:txBody>
      </p:sp>
      <p:sp>
        <p:nvSpPr>
          <p:cNvPr id="27" name="Text 21"/>
          <p:cNvSpPr/>
          <p:nvPr/>
        </p:nvSpPr>
        <p:spPr>
          <a:xfrm>
            <a:off x="9336024" y="25146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573768" y="155448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05288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30" name="Image 4" descr="/home/claude/internship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1125" y="1848917"/>
            <a:ext cx="416966" cy="41696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83496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Layer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683496" y="2971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type in text and instantly see the predicted sentiment.</a:t>
            </a:r>
            <a:endParaRPr lang="en-US" sz="980" dirty="0"/>
          </a:p>
        </p:txBody>
      </p:sp>
      <p:sp>
        <p:nvSpPr>
          <p:cNvPr id="33" name="Text 26"/>
          <p:cNvSpPr/>
          <p:nvPr/>
        </p:nvSpPr>
        <p:spPr>
          <a:xfrm>
            <a:off x="502920" y="4206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visual: layered architecture diagram (data → model → app → user) with arrows showing data flow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Week-wise Progress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864" cy="3657600"/>
          </a:xfrm>
          <a:prstGeom prst="rect">
            <a:avLst/>
          </a:prstGeom>
          <a:solidFill>
            <a:srgbClr val="2F5F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ML Foundations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Python basics and studied core Machine Learning concepts, including supervised learning and model evaluation.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37160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371600"/>
            <a:ext cx="54864" cy="36576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0168" y="1920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Preprocessing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30168" y="27889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 labelled text dataset and cleaned it — removing noise, tokenising, and converting text to numerical form.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0216" y="137160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371600"/>
            <a:ext cx="54864" cy="3657600"/>
          </a:xfrm>
          <a:prstGeom prst="rect">
            <a:avLst/>
          </a:prstGeom>
          <a:solidFill>
            <a:srgbClr val="2F5FE0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8816" y="1920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with TensorFlow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28816" y="27889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trained, and tested a neural network model for sentiment classification, tuning it for better accuracy.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98864" y="137160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1371600"/>
            <a:ext cx="54864" cy="36576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9427464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27464" y="1920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 &amp; Deployment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427464" y="27889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Streamlit interface around the trained model and tested it with real sample inputs.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 &amp; Demonstrated Skills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28A5E"/>
          </a:solidFill>
          <a:ln/>
        </p:spPr>
      </p:sp>
      <p:pic>
        <p:nvPicPr>
          <p:cNvPr id="6" name="Image 0" descr="/home/claude/internship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16660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AI Application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65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and deployed a Streamlit-based Sentiment Analysis web app that classifies text in real 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28A5E"/>
          </a:solidFill>
          <a:ln/>
        </p:spPr>
      </p:sp>
      <p:pic>
        <p:nvPicPr>
          <p:cNvPr id="11" name="Image 1" descr="/home/claude/internship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357" y="16660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ML Pipeline Experience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32320" y="1965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exposure to the full pipeline — from raw data to a deployed, usable model.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15468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28A5E"/>
          </a:solidFill>
          <a:ln/>
        </p:spPr>
      </p:sp>
      <p:pic>
        <p:nvPicPr>
          <p:cNvPr id="16" name="Image 2" descr="/home/claude/internship/icons/pyth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7" y="344911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Python &amp; TensorFlow Skills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749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comfortable writing Python code for data handling and building neural networks in TensorFlow.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15468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3832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28A5E"/>
          </a:solidFill>
          <a:ln/>
        </p:spPr>
      </p:sp>
      <p:pic>
        <p:nvPicPr>
          <p:cNvPr id="21" name="Image 3" descr="/home/claude/internship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344911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Problem-Solving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32320" y="3749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identify model errors, tune parameters, and iteratively improve accuracy.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Verification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28575">
            <a:solidFill>
              <a:srgbClr val="2F5FE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023360"/>
        </p:xfrm>
        <a:graphic>
          <a:graphicData uri="http://schemas.openxmlformats.org/drawingml/2006/table">
            <a:tbl>
              <a:tblPr/>
              <a:tblGrid>
                <a:gridCol w="3840480"/>
                <a:gridCol w="731520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Verification Metric</a:t>
                      </a:r>
                      <a:endParaRPr lang="en-US" sz="13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Official Record / Credential Details</a:t>
                      </a:r>
                      <a:endParaRPr lang="en-US" sz="13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E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Internship Title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Artificial Intelligence Internship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Issuing Organization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Codec Technologies Pvt. Ltd.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Academic Patronage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National Internship Portal · AICTE &amp; ICAC Approved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Duration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08/06/2026 – 08/07/2026 (1 Month)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AICTE ID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CORPORATE6759d549ce59e1733940553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Program Manager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Dr. Anurag Shrivastava (Signed &amp; Verified)</a:t>
                      </a:r>
                      <a:endParaRPr lang="en-US" sz="125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visual: scanned copy of the internship certificate placed alongside this table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Report · Divya Singh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23157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2F5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84368" y="11887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2F5FE0"/>
          </a:solidFill>
          <a:ln/>
        </p:spPr>
      </p:sp>
      <p:pic>
        <p:nvPicPr>
          <p:cNvPr id="4" name="Image 0" descr="/home/claude/internship/icons/grad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123" y="1287475"/>
            <a:ext cx="625450" cy="625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090008" y="3154680"/>
            <a:ext cx="2011680" cy="0"/>
          </a:xfrm>
          <a:prstGeom prst="line">
            <a:avLst/>
          </a:prstGeom>
          <a:noFill/>
          <a:ln w="25400">
            <a:solidFill>
              <a:srgbClr val="0E83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33375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Divya Singh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3749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4114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25SCS1003003594  ·  IILM University, Greater Noida, U.P.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2026-09-06T04:11:11Z</dcterms:created>
  <dcterms:modified xsi:type="dcterms:W3CDTF">2026-09-06T04:11:11Z</dcterms:modified>
</cp:coreProperties>
</file>